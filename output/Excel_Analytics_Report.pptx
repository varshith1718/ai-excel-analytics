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AI EXCEL ANALYTICS REPORT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Executive Dashboard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14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using AI Excel Analytics &amp; Report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22960"/>
            <a:ext cx="192024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ROWS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298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822960"/>
            <a:ext cx="1920240" cy="91440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COLUMNS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822960"/>
            <a:ext cx="192024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MISSING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822960"/>
            <a:ext cx="192024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DUPLICATES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82296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100.0/100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1556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Executive Summary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contains 298 records.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has 6 columns.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Missing Values : 0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Duplicate Rows : 0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Overall Dataset Score : 100.0/100</a:t>
            </a:r>
          </a:p>
          <a:p/>
          <a:p>
            <a:pPr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✓ Dataset quality is good.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8229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298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Numeric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Categorical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822960"/>
            <a:ext cx="5029200" cy="457200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Columns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Sl no 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Name 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USN Number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Mail ID 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Branch 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Company applied for </a:t>
            </a:r>
          </a:p>
          <a:p/>
          <a:p>
            <a:pPr>
              <a:defRPr b="1" sz="1600">
                <a:solidFill>
                  <a:srgbClr val="1E3A8A"/>
                </a:solidFill>
              </a:defRPr>
            </a:pPr>
            <a:r>
              <a:t>Data Quality</a:t>
            </a:r>
          </a:p>
          <a:p>
            <a:pPr>
              <a:defRPr sz="1500" b="1">
                <a:solidFill>
                  <a:srgbClr val="22C55E"/>
                </a:solidFill>
              </a:defRPr>
            </a:pPr>
            <a:r>
              <a:t>Overall Quality : Excellent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Bar Chart</a:t>
            </a:r>
          </a:p>
        </p:txBody>
      </p:sp>
      <p:pic>
        <p:nvPicPr>
          <p:cNvPr id="4" name="Picture 3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Pie Chart</a:t>
            </a:r>
          </a:p>
        </p:txBody>
      </p:sp>
      <p:pic>
        <p:nvPicPr>
          <p:cNvPr id="6" name="Picture 5" descr="pi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0292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Histogram Chart</a:t>
            </a:r>
          </a:p>
        </p:txBody>
      </p:sp>
      <p:pic>
        <p:nvPicPr>
          <p:cNvPr id="8" name="Picture 7" descr="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50292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Line Chart</a:t>
            </a:r>
          </a:p>
        </p:txBody>
      </p:sp>
      <p:pic>
        <p:nvPicPr>
          <p:cNvPr id="10" name="Picture 9" descr="lin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Box Plot Analysis</a:t>
            </a:r>
          </a:p>
        </p:txBody>
      </p:sp>
      <p:pic>
        <p:nvPicPr>
          <p:cNvPr id="3" name="Picture 2" descr="box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87552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77840"/>
            <a:ext cx="10515600" cy="45720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The box plot highlights the spread, median and potential outliers within the numeric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AI Executive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73152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100.0/100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04672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AI Insights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 dataset contains 298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A total of 6 columns were detected.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1 numeric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5 categorical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No missing values were detected.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No duplicate records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54864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Risk Analysis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⚠ No major risks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0292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✓ Dataset quality is good.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89320"/>
            <a:ext cx="1078992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AI-generated insights based on dataset quality, missing values, duplicate records and statistical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3A8A"/>
                </a:solidFill>
              </a:defRPr>
            </a:pPr>
            <a:r>
              <a:t>Recommended Actions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✓ Dataset quality is good.</a:t>
            </a:r>
          </a:p>
          <a:p/>
          <a:p>
            <a:pPr>
              <a:defRPr b="1" sz="2000">
                <a:solidFill>
                  <a:srgbClr val="1E3A8A"/>
                </a:solidFill>
              </a:defRPr>
            </a:pPr>
            <a:r>
              <a:t>Best Practices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Validate data before analysis.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Handle missing values carefully.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Remove duplicate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Maintain consistent column names.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Review data quality regularly.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Generate dashboards for business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989320"/>
            <a:ext cx="109728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Following these recommendations will improve data quality and analytics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AI Excel Analytics &amp; Report Generator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Generated Automatically using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on 14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