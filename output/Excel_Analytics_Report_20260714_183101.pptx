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AI EXCEL ANALYTICS REPORT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Executive Dashboard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14 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12648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Generated using AI Excel Analytics &amp; Report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Executive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822960"/>
            <a:ext cx="1920240" cy="91440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ROWS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75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822960"/>
            <a:ext cx="1920240" cy="914400"/>
          </a:xfrm>
          <a:prstGeom prst="round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COLUMNS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822960"/>
            <a:ext cx="1920240" cy="91440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MISSING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822960"/>
            <a:ext cx="1920240" cy="914400"/>
          </a:xfrm>
          <a:prstGeom prst="round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DUPLICATES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78240" y="822960"/>
            <a:ext cx="1920240" cy="9144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SCORE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87.0/100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11680"/>
            <a:ext cx="11155680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E3A8A"/>
                </a:solidFill>
              </a:defRPr>
            </a:pPr>
            <a:r>
              <a:t>Executive Summary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Dataset contains 75 records.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Dataset has 4 columns.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Missing Values : 26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Duplicate Rows : 0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• Overall Dataset Score : 87.0/100</a:t>
            </a:r>
          </a:p>
          <a:p/>
          <a:p>
            <a:pPr>
              <a:defRPr b="1" sz="1800">
                <a:solidFill>
                  <a:srgbClr val="1E3A8A"/>
                </a:solidFill>
              </a:defRPr>
            </a:pPr>
            <a:r>
              <a:t>Recommendations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✓ Fill missing values before performing analysis.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Dataset Overview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82296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343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75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Missing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26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Duplicate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Numeric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Categorical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Column Names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0" y="822960"/>
            <a:ext cx="5029200" cy="457200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Columns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Date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Work Summary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Learnings / Outcomes</a:t>
            </a:r>
          </a:p>
          <a:p>
            <a:pPr>
              <a:defRPr sz="1300">
                <a:solidFill>
                  <a:srgbClr val="232323"/>
                </a:solidFill>
              </a:defRPr>
            </a:pPr>
            <a:r>
              <a:t>• Unnamed: 3</a:t>
            </a:r>
          </a:p>
          <a:p/>
          <a:p>
            <a:pPr>
              <a:defRPr b="1" sz="1600">
                <a:solidFill>
                  <a:srgbClr val="1E3A8A"/>
                </a:solidFill>
              </a:defRPr>
            </a:pPr>
            <a:r>
              <a:t>Data Quality</a:t>
            </a:r>
          </a:p>
          <a:p>
            <a:pPr>
              <a:defRPr sz="1500" b="1">
                <a:solidFill>
                  <a:srgbClr val="F59E0B"/>
                </a:solidFill>
              </a:defRPr>
            </a:pPr>
            <a:r>
              <a:t>Overall Quality : Good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Data Visualization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Bar Chart</a:t>
            </a:r>
          </a:p>
        </p:txBody>
      </p:sp>
      <p:pic>
        <p:nvPicPr>
          <p:cNvPr id="4" name="Picture 3" descr="bar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50292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8229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Pie Chart</a:t>
            </a:r>
          </a:p>
        </p:txBody>
      </p:sp>
      <p:pic>
        <p:nvPicPr>
          <p:cNvPr id="6" name="Picture 5" descr="pi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97280"/>
            <a:ext cx="50292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3474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Histogram Chart</a:t>
            </a:r>
          </a:p>
        </p:txBody>
      </p:sp>
      <p:pic>
        <p:nvPicPr>
          <p:cNvPr id="8" name="Picture 7" descr="histo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749039"/>
            <a:ext cx="5029200" cy="2286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34747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1E3A8A"/>
                </a:solidFill>
              </a:defRPr>
            </a:pPr>
            <a:r>
              <a:t>Line Chart</a:t>
            </a:r>
          </a:p>
        </p:txBody>
      </p:sp>
      <p:pic>
        <p:nvPicPr>
          <p:cNvPr id="10" name="Picture 9" descr="line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749039"/>
            <a:ext cx="5029200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Box Plot Analysis</a:t>
            </a:r>
          </a:p>
        </p:txBody>
      </p:sp>
      <p:pic>
        <p:nvPicPr>
          <p:cNvPr id="3" name="Picture 2" descr="box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9875520" cy="50292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" y="5577840"/>
            <a:ext cx="10515600" cy="45720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32323"/>
                </a:solidFill>
              </a:defRPr>
            </a:pPr>
            <a:r>
              <a:t>The box plot highlights the spread, median and potential outliers within the numeric columns.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AI Executive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961120" y="731520"/>
            <a:ext cx="1920240" cy="91440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DATA SCORE</a:t>
            </a:r>
          </a:p>
          <a:p>
            <a:pPr algn="ctr">
              <a:defRPr b="1" sz="2200">
                <a:solidFill>
                  <a:srgbClr val="FFFFFF"/>
                </a:solidFill>
              </a:defRPr>
            </a:pPr>
            <a:r>
              <a:t>87.0/100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22960"/>
            <a:ext cx="8046720" cy="210312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1E3A8A"/>
                </a:solidFill>
              </a:defRPr>
            </a:pPr>
            <a:r>
              <a:t>AI Insights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The dataset contains 75 records.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A total of 4 columns were detected.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There are 1 numeric columns.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There are 3 categorical columns.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26 missing values were found.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No duplicate records were detected.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200400"/>
            <a:ext cx="548640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Risk Analysis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⚠ Dataset contains missing values.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200400"/>
            <a:ext cx="5029200" cy="2560320"/>
          </a:xfrm>
          <a:prstGeom prst="roundRect">
            <a:avLst/>
          </a:prstGeom>
          <a:solidFill>
            <a:srgbClr val="F5F8FC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800">
                <a:solidFill>
                  <a:srgbClr val="1E3A8A"/>
                </a:solidFill>
              </a:defRPr>
            </a:pPr>
            <a:r>
              <a:t>Recommendations</a:t>
            </a:r>
          </a:p>
          <a:p>
            <a:pPr>
              <a:defRPr sz="1400">
                <a:solidFill>
                  <a:srgbClr val="232323"/>
                </a:solidFill>
              </a:defRPr>
            </a:pPr>
            <a:r>
              <a:t>✓ Fill missing values before performing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989320"/>
            <a:ext cx="10789920" cy="32004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AI-generated insights based on dataset quality, missing values, duplicate records and statistical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1E3A8A"/>
                </a:solidFill>
              </a:defRPr>
            </a:pPr>
            <a:r>
              <a:t>Executive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22960"/>
            <a:ext cx="10972800" cy="5303520"/>
          </a:xfrm>
          <a:prstGeom prst="roundRect">
            <a:avLst/>
          </a:prstGeom>
          <a:solidFill>
            <a:srgbClr val="F5F8FC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200">
                <a:solidFill>
                  <a:srgbClr val="1E3A8A"/>
                </a:solidFill>
              </a:defRPr>
            </a:pPr>
            <a:r>
              <a:t>Recommended Actions</a:t>
            </a:r>
          </a:p>
          <a:p>
            <a:pPr>
              <a:defRPr sz="1600">
                <a:solidFill>
                  <a:srgbClr val="232323"/>
                </a:solidFill>
              </a:defRPr>
            </a:pPr>
            <a:r>
              <a:t>✓ Fill missing values before performing analysis.</a:t>
            </a:r>
          </a:p>
          <a:p/>
          <a:p>
            <a:pPr>
              <a:defRPr b="1" sz="2000">
                <a:solidFill>
                  <a:srgbClr val="1E3A8A"/>
                </a:solidFill>
              </a:defRPr>
            </a:pPr>
            <a:r>
              <a:t>Best Practices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Validate data before analysis.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Handle missing values carefully.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Remove duplicate records.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Maintain consistent column names.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Review data quality regularly.</a:t>
            </a:r>
          </a:p>
          <a:p>
            <a:pPr>
              <a:defRPr sz="1500">
                <a:solidFill>
                  <a:srgbClr val="232323"/>
                </a:solidFill>
              </a:defRPr>
            </a:pPr>
            <a:r>
              <a:t>• Generate dashboards for business users.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5989320"/>
            <a:ext cx="10972800" cy="320040"/>
          </a:xfrm>
          <a:prstGeom prst="round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Following these recommendations will improve data quality and analytics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400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FFFFFF"/>
                </a:solidFill>
              </a:defRPr>
            </a:pPr>
            <a:r>
              <a:t>AI Excel Analytics &amp; Report Generator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Generated Automatically using Python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126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Generated on 14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